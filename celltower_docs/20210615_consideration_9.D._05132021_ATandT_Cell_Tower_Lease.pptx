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9"/>
  </p:notesMasterIdLst>
  <p:sldIdLst>
    <p:sldId id="271" r:id="rId5"/>
    <p:sldId id="274" r:id="rId6"/>
    <p:sldId id="272" r:id="rId7"/>
    <p:sldId id="273" r:id="rId8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FCA5A3-BE74-41F8-8E1B-ABBB02B9044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016B3A-1647-4D7E-8628-CB604DD12737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WHAT HAS HAPPENED?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en-US" i="1" dirty="0">
              <a:latin typeface="Times New Roman" panose="02020603050405020304" pitchFamily="18" charset="0"/>
              <a:cs typeface="Times New Roman" panose="02020603050405020304" pitchFamily="18" charset="0"/>
            </a:rPr>
            <a:t>Include data where applicable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) </a:t>
          </a:r>
        </a:p>
      </dgm:t>
    </dgm:pt>
    <dgm:pt modelId="{24ADCB5C-FAD6-44E4-866C-3CB505F2A31F}" type="parTrans" cxnId="{662317CE-6509-4280-AD35-C4CC53E27D8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348202-217A-49E7-B27C-B3F0518863AB}" type="sibTrans" cxnId="{662317CE-6509-4280-AD35-C4CC53E27D8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14824A-289A-41FB-BA8F-2AE31744BF59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AT&amp;T Representative approached us with interest in erecting a 110’ cell tower on the northern part of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Boulan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Park Middle School Property.</a:t>
          </a:r>
        </a:p>
        <a:p>
          <a:pPr>
            <a:buFont typeface="Arial" panose="020B0604020202020204" pitchFamily="34" charset="0"/>
            <a:buChar char="•"/>
          </a:pP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32AA2B3-79F5-47FC-8E1F-B51373F92177}" type="parTrans" cxnId="{D5AC9E68-3AEC-401A-9006-177CC0142DB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0BF579-D762-44B9-82FF-0C3EC195783E}" type="sibTrans" cxnId="{D5AC9E68-3AEC-401A-9006-177CC0142DB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A06CF4-A665-49B9-A4BD-BF05C3D466B2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Rick West and Rob Carson walked the property with the representative to determine the precise recommended location and understand more details.  AT&amp;T has provided draft rendering (see next slide). </a:t>
          </a:r>
        </a:p>
      </dgm:t>
    </dgm:pt>
    <dgm:pt modelId="{8A2ACF06-4A73-40FD-A41A-822CB699A18A}" type="parTrans" cxnId="{42AFBE53-837F-40E4-BB12-C2A639DEFA6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7F3E7E-C5FA-4F48-9A31-9313C52EE38A}" type="sibTrans" cxnId="{42AFBE53-837F-40E4-BB12-C2A639DEFA6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6498EE-3707-4104-95AE-077A6455150E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WHAT IS UPCOMING?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E6A13E-53F7-40CF-90B9-C4CF50D8BA01}" type="parTrans" cxnId="{20545C73-C459-475D-B252-5C2FE374452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C76F5B-E6A7-4457-83FF-D8024F64FB29}" type="sibTrans" cxnId="{20545C73-C459-475D-B252-5C2FE374452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41622E-5790-4E1D-B2F8-E4D0D408E6F8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June 1, 2021 Board Workshop Discussion to gauge Board of Education interest in pursuing a lease agreement with AT&amp;T for the purpose of erecting a cell tower.</a:t>
          </a:r>
        </a:p>
      </dgm:t>
    </dgm:pt>
    <dgm:pt modelId="{6A8AADA4-BBCD-43D7-9E94-6792F19EDC55}" type="parTrans" cxnId="{E513E6A0-05FC-4EF3-B609-C20B95C2441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CB101DB-397F-4016-AF57-2CF9477BF54F}" type="sibTrans" cxnId="{E513E6A0-05FC-4EF3-B609-C20B95C2441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874C0C-BEAE-42AC-A209-5283E123DEF7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If Board is interested in pursuing an agreement, Rick West will negotiate terms with AT&amp;T representative and Jeremy Motz.</a:t>
          </a:r>
        </a:p>
      </dgm:t>
    </dgm:pt>
    <dgm:pt modelId="{85FA115F-78CF-4FA2-8883-7786C139AD88}" type="parTrans" cxnId="{55059E5B-A89C-498A-BC62-41B771F46A3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E36F17-92E4-4E55-8C44-1D161CB5B2F8}" type="sibTrans" cxnId="{55059E5B-A89C-498A-BC62-41B771F46A3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8CCAEB0-4E7C-4C1C-ADBC-454C66C7B306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Board Resolution authorizing Lease Agreement with AT&amp;T.</a:t>
          </a:r>
        </a:p>
      </dgm:t>
    </dgm:pt>
    <dgm:pt modelId="{B195441A-7892-4C99-AD45-E46568FD690A}" type="parTrans" cxnId="{DDB4D8D7-F976-4D1D-A5E8-A54B94F865C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53C4C4-6FD3-45B4-958A-ED581327F8E6}" type="sibTrans" cxnId="{DDB4D8D7-F976-4D1D-A5E8-A54B94F865C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07FC2B-CDA6-499C-88D9-B8C0BD3B689A}">
      <dgm:prSet custT="1"/>
      <dgm:spPr/>
      <dgm:t>
        <a:bodyPr/>
        <a:lstStyle/>
        <a:p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Rick West has had preliminary discussion with our attorney, Jeremy Motz, on next steps of negotiating a lease agreement.</a:t>
          </a:r>
        </a:p>
      </dgm:t>
    </dgm:pt>
    <dgm:pt modelId="{9CB3A5A8-BD23-41D8-8976-D57BACA1EBDE}" type="sibTrans" cxnId="{65FB8123-1B96-461C-9607-A56183B16E6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926DF9-E6CB-4E96-81B2-C020A09A8E0E}" type="parTrans" cxnId="{65FB8123-1B96-461C-9607-A56183B16E6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758928C-580B-4E0C-8257-5F13B1D7DE84}" type="pres">
      <dgm:prSet presAssocID="{4EFCA5A3-BE74-41F8-8E1B-ABBB02B9044F}" presName="vert0" presStyleCnt="0">
        <dgm:presLayoutVars>
          <dgm:dir/>
          <dgm:animOne val="branch"/>
          <dgm:animLvl val="lvl"/>
        </dgm:presLayoutVars>
      </dgm:prSet>
      <dgm:spPr/>
    </dgm:pt>
    <dgm:pt modelId="{07326D5B-5D70-4E52-B3BC-D9C1EF240F8C}" type="pres">
      <dgm:prSet presAssocID="{14016B3A-1647-4D7E-8628-CB604DD12737}" presName="thickLine" presStyleLbl="alignNode1" presStyleIdx="0" presStyleCnt="2"/>
      <dgm:spPr/>
    </dgm:pt>
    <dgm:pt modelId="{47ADFDD5-CCCA-4A47-8CE6-A50CC2A2B043}" type="pres">
      <dgm:prSet presAssocID="{14016B3A-1647-4D7E-8628-CB604DD12737}" presName="horz1" presStyleCnt="0"/>
      <dgm:spPr/>
    </dgm:pt>
    <dgm:pt modelId="{7C024FEE-8D54-404F-B57B-EA34D3F22088}" type="pres">
      <dgm:prSet presAssocID="{14016B3A-1647-4D7E-8628-CB604DD12737}" presName="tx1" presStyleLbl="revTx" presStyleIdx="0" presStyleCnt="8"/>
      <dgm:spPr/>
    </dgm:pt>
    <dgm:pt modelId="{57032775-2656-43B0-893D-902A5A940DA5}" type="pres">
      <dgm:prSet presAssocID="{14016B3A-1647-4D7E-8628-CB604DD12737}" presName="vert1" presStyleCnt="0"/>
      <dgm:spPr/>
    </dgm:pt>
    <dgm:pt modelId="{9DD769AF-1175-4BCE-AB79-B8734A629FCD}" type="pres">
      <dgm:prSet presAssocID="{9314824A-289A-41FB-BA8F-2AE31744BF59}" presName="vertSpace2a" presStyleCnt="0"/>
      <dgm:spPr/>
    </dgm:pt>
    <dgm:pt modelId="{85094E67-453B-4C0C-8D88-F2662DC08604}" type="pres">
      <dgm:prSet presAssocID="{9314824A-289A-41FB-BA8F-2AE31744BF59}" presName="horz2" presStyleCnt="0"/>
      <dgm:spPr/>
    </dgm:pt>
    <dgm:pt modelId="{B49FC7F2-8B1F-4606-889F-411D1A40B493}" type="pres">
      <dgm:prSet presAssocID="{9314824A-289A-41FB-BA8F-2AE31744BF59}" presName="horzSpace2" presStyleCnt="0"/>
      <dgm:spPr/>
    </dgm:pt>
    <dgm:pt modelId="{8435A6B7-6028-43E4-8C81-F19AE49F20F4}" type="pres">
      <dgm:prSet presAssocID="{9314824A-289A-41FB-BA8F-2AE31744BF59}" presName="tx2" presStyleLbl="revTx" presStyleIdx="1" presStyleCnt="8" custScaleX="107714" custScaleY="61237"/>
      <dgm:spPr/>
    </dgm:pt>
    <dgm:pt modelId="{B3CDAC37-E4D2-487F-B235-3432E6FEBF79}" type="pres">
      <dgm:prSet presAssocID="{9314824A-289A-41FB-BA8F-2AE31744BF59}" presName="vert2" presStyleCnt="0"/>
      <dgm:spPr/>
    </dgm:pt>
    <dgm:pt modelId="{25CCA76E-7658-41BD-AC27-F13D9DA937B8}" type="pres">
      <dgm:prSet presAssocID="{9314824A-289A-41FB-BA8F-2AE31744BF59}" presName="thinLine2b" presStyleLbl="callout" presStyleIdx="0" presStyleCnt="6"/>
      <dgm:spPr/>
    </dgm:pt>
    <dgm:pt modelId="{7336D3FB-308A-4788-BD5D-B9E5E764313F}" type="pres">
      <dgm:prSet presAssocID="{9314824A-289A-41FB-BA8F-2AE31744BF59}" presName="vertSpace2b" presStyleCnt="0"/>
      <dgm:spPr/>
    </dgm:pt>
    <dgm:pt modelId="{7BC3F754-6198-4A53-8846-19D1DA87D9AD}" type="pres">
      <dgm:prSet presAssocID="{AFA06CF4-A665-49B9-A4BD-BF05C3D466B2}" presName="horz2" presStyleCnt="0"/>
      <dgm:spPr/>
    </dgm:pt>
    <dgm:pt modelId="{1CF56687-A1C4-475C-AC0D-EF358567331A}" type="pres">
      <dgm:prSet presAssocID="{AFA06CF4-A665-49B9-A4BD-BF05C3D466B2}" presName="horzSpace2" presStyleCnt="0"/>
      <dgm:spPr/>
    </dgm:pt>
    <dgm:pt modelId="{54BF276A-7501-458C-BD4D-8F932F4A325C}" type="pres">
      <dgm:prSet presAssocID="{AFA06CF4-A665-49B9-A4BD-BF05C3D466B2}" presName="tx2" presStyleLbl="revTx" presStyleIdx="2" presStyleCnt="8" custLinFactNeighborX="131" custLinFactNeighborY="462"/>
      <dgm:spPr/>
    </dgm:pt>
    <dgm:pt modelId="{B339ED90-49F2-4D8B-94E6-7194B037DD7D}" type="pres">
      <dgm:prSet presAssocID="{AFA06CF4-A665-49B9-A4BD-BF05C3D466B2}" presName="vert2" presStyleCnt="0"/>
      <dgm:spPr/>
    </dgm:pt>
    <dgm:pt modelId="{9EAFB282-4250-4B01-9A8E-51A9F07EC4AA}" type="pres">
      <dgm:prSet presAssocID="{AFA06CF4-A665-49B9-A4BD-BF05C3D466B2}" presName="thinLine2b" presStyleLbl="callout" presStyleIdx="1" presStyleCnt="6" custLinFactY="100000" custLinFactNeighborX="129" custLinFactNeighborY="101710"/>
      <dgm:spPr/>
    </dgm:pt>
    <dgm:pt modelId="{8BA3414C-D1BB-4522-8C08-C1C3EE0DC62B}" type="pres">
      <dgm:prSet presAssocID="{AFA06CF4-A665-49B9-A4BD-BF05C3D466B2}" presName="vertSpace2b" presStyleCnt="0"/>
      <dgm:spPr/>
    </dgm:pt>
    <dgm:pt modelId="{47E546C3-8C5E-44DA-8381-007847B5F58B}" type="pres">
      <dgm:prSet presAssocID="{3307FC2B-CDA6-499C-88D9-B8C0BD3B689A}" presName="horz2" presStyleCnt="0"/>
      <dgm:spPr/>
    </dgm:pt>
    <dgm:pt modelId="{AF81121F-948C-4913-BA21-9F1C66749D52}" type="pres">
      <dgm:prSet presAssocID="{3307FC2B-CDA6-499C-88D9-B8C0BD3B689A}" presName="horzSpace2" presStyleCnt="0"/>
      <dgm:spPr/>
    </dgm:pt>
    <dgm:pt modelId="{6EA293BA-CE0C-4891-BE51-C9773A37E621}" type="pres">
      <dgm:prSet presAssocID="{3307FC2B-CDA6-499C-88D9-B8C0BD3B689A}" presName="tx2" presStyleLbl="revTx" presStyleIdx="3" presStyleCnt="8" custLinFactNeighborX="131" custLinFactNeighborY="-23091"/>
      <dgm:spPr/>
    </dgm:pt>
    <dgm:pt modelId="{96FBD698-BD0B-452A-920B-AD6768687301}" type="pres">
      <dgm:prSet presAssocID="{3307FC2B-CDA6-499C-88D9-B8C0BD3B689A}" presName="vert2" presStyleCnt="0"/>
      <dgm:spPr/>
    </dgm:pt>
    <dgm:pt modelId="{8BD720DF-6AA9-4A49-9461-6654F6B20249}" type="pres">
      <dgm:prSet presAssocID="{3307FC2B-CDA6-499C-88D9-B8C0BD3B689A}" presName="thinLine2b" presStyleLbl="callout" presStyleIdx="2" presStyleCnt="6"/>
      <dgm:spPr/>
    </dgm:pt>
    <dgm:pt modelId="{1CBD769E-A3B8-417C-8DBB-028098CED5FD}" type="pres">
      <dgm:prSet presAssocID="{3307FC2B-CDA6-499C-88D9-B8C0BD3B689A}" presName="vertSpace2b" presStyleCnt="0"/>
      <dgm:spPr/>
    </dgm:pt>
    <dgm:pt modelId="{C30DF89F-7730-4E1B-A1F5-AAB858E6D96D}" type="pres">
      <dgm:prSet presAssocID="{BD6498EE-3707-4104-95AE-077A6455150E}" presName="thickLine" presStyleLbl="alignNode1" presStyleIdx="1" presStyleCnt="2"/>
      <dgm:spPr/>
    </dgm:pt>
    <dgm:pt modelId="{606D38CB-E270-4637-A2DE-9B64E9592DCF}" type="pres">
      <dgm:prSet presAssocID="{BD6498EE-3707-4104-95AE-077A6455150E}" presName="horz1" presStyleCnt="0"/>
      <dgm:spPr/>
    </dgm:pt>
    <dgm:pt modelId="{9C255BB6-48BE-4E3B-B7A6-08BADCD69A3E}" type="pres">
      <dgm:prSet presAssocID="{BD6498EE-3707-4104-95AE-077A6455150E}" presName="tx1" presStyleLbl="revTx" presStyleIdx="4" presStyleCnt="8"/>
      <dgm:spPr/>
    </dgm:pt>
    <dgm:pt modelId="{A2A0320B-BF9D-46EC-A63D-A68F6E12E27F}" type="pres">
      <dgm:prSet presAssocID="{BD6498EE-3707-4104-95AE-077A6455150E}" presName="vert1" presStyleCnt="0"/>
      <dgm:spPr/>
    </dgm:pt>
    <dgm:pt modelId="{3DEB6622-076F-4EC7-A33C-1A01475B599C}" type="pres">
      <dgm:prSet presAssocID="{4341622E-5790-4E1D-B2F8-E4D0D408E6F8}" presName="vertSpace2a" presStyleCnt="0"/>
      <dgm:spPr/>
    </dgm:pt>
    <dgm:pt modelId="{09D53B2F-7CCC-442D-A81B-96D8BAE4B780}" type="pres">
      <dgm:prSet presAssocID="{4341622E-5790-4E1D-B2F8-E4D0D408E6F8}" presName="horz2" presStyleCnt="0"/>
      <dgm:spPr/>
    </dgm:pt>
    <dgm:pt modelId="{41DCD2CC-3C56-4162-BB23-8F1A1B6E229B}" type="pres">
      <dgm:prSet presAssocID="{4341622E-5790-4E1D-B2F8-E4D0D408E6F8}" presName="horzSpace2" presStyleCnt="0"/>
      <dgm:spPr/>
    </dgm:pt>
    <dgm:pt modelId="{EF9D73C0-B3BF-4F19-8CA0-37D17D99E01F}" type="pres">
      <dgm:prSet presAssocID="{4341622E-5790-4E1D-B2F8-E4D0D408E6F8}" presName="tx2" presStyleLbl="revTx" presStyleIdx="5" presStyleCnt="8"/>
      <dgm:spPr/>
    </dgm:pt>
    <dgm:pt modelId="{DB6D4400-906F-4238-8C92-EFC2F3DC53F0}" type="pres">
      <dgm:prSet presAssocID="{4341622E-5790-4E1D-B2F8-E4D0D408E6F8}" presName="vert2" presStyleCnt="0"/>
      <dgm:spPr/>
    </dgm:pt>
    <dgm:pt modelId="{88C58694-CBF1-4E00-80D3-8FDC143CE919}" type="pres">
      <dgm:prSet presAssocID="{4341622E-5790-4E1D-B2F8-E4D0D408E6F8}" presName="thinLine2b" presStyleLbl="callout" presStyleIdx="3" presStyleCnt="6"/>
      <dgm:spPr/>
    </dgm:pt>
    <dgm:pt modelId="{6FD38798-A769-464F-9E12-A11B12DAAD76}" type="pres">
      <dgm:prSet presAssocID="{4341622E-5790-4E1D-B2F8-E4D0D408E6F8}" presName="vertSpace2b" presStyleCnt="0"/>
      <dgm:spPr/>
    </dgm:pt>
    <dgm:pt modelId="{BC382F61-2395-498C-8D34-F827A817C7A7}" type="pres">
      <dgm:prSet presAssocID="{2B874C0C-BEAE-42AC-A209-5283E123DEF7}" presName="horz2" presStyleCnt="0"/>
      <dgm:spPr/>
    </dgm:pt>
    <dgm:pt modelId="{C4687D1F-FE7D-43A4-83C7-75B1D00F1637}" type="pres">
      <dgm:prSet presAssocID="{2B874C0C-BEAE-42AC-A209-5283E123DEF7}" presName="horzSpace2" presStyleCnt="0"/>
      <dgm:spPr/>
    </dgm:pt>
    <dgm:pt modelId="{83F83FA7-21D8-4BF7-9A0E-B3C63D38A139}" type="pres">
      <dgm:prSet presAssocID="{2B874C0C-BEAE-42AC-A209-5283E123DEF7}" presName="tx2" presStyleLbl="revTx" presStyleIdx="6" presStyleCnt="8"/>
      <dgm:spPr/>
    </dgm:pt>
    <dgm:pt modelId="{362A7C7A-6347-4A68-9411-DA5B037F6F81}" type="pres">
      <dgm:prSet presAssocID="{2B874C0C-BEAE-42AC-A209-5283E123DEF7}" presName="vert2" presStyleCnt="0"/>
      <dgm:spPr/>
    </dgm:pt>
    <dgm:pt modelId="{19153663-205C-4A54-ACA8-95B463A97428}" type="pres">
      <dgm:prSet presAssocID="{2B874C0C-BEAE-42AC-A209-5283E123DEF7}" presName="thinLine2b" presStyleLbl="callout" presStyleIdx="4" presStyleCnt="6"/>
      <dgm:spPr/>
    </dgm:pt>
    <dgm:pt modelId="{D5A0B3B2-EC74-4B53-BB7E-F8FE98C0FB80}" type="pres">
      <dgm:prSet presAssocID="{2B874C0C-BEAE-42AC-A209-5283E123DEF7}" presName="vertSpace2b" presStyleCnt="0"/>
      <dgm:spPr/>
    </dgm:pt>
    <dgm:pt modelId="{2A0B9308-938B-4013-ADAE-D509F8A5E01D}" type="pres">
      <dgm:prSet presAssocID="{C8CCAEB0-4E7C-4C1C-ADBC-454C66C7B306}" presName="horz2" presStyleCnt="0"/>
      <dgm:spPr/>
    </dgm:pt>
    <dgm:pt modelId="{76A7DB06-3813-4DAD-8486-8E9FE0ECE0D1}" type="pres">
      <dgm:prSet presAssocID="{C8CCAEB0-4E7C-4C1C-ADBC-454C66C7B306}" presName="horzSpace2" presStyleCnt="0"/>
      <dgm:spPr/>
    </dgm:pt>
    <dgm:pt modelId="{F0B6F8D2-662C-4A80-9B56-DB1232858DD7}" type="pres">
      <dgm:prSet presAssocID="{C8CCAEB0-4E7C-4C1C-ADBC-454C66C7B306}" presName="tx2" presStyleLbl="revTx" presStyleIdx="7" presStyleCnt="8"/>
      <dgm:spPr/>
    </dgm:pt>
    <dgm:pt modelId="{F44B9A4B-416A-47FA-8DE2-26ED339DAF70}" type="pres">
      <dgm:prSet presAssocID="{C8CCAEB0-4E7C-4C1C-ADBC-454C66C7B306}" presName="vert2" presStyleCnt="0"/>
      <dgm:spPr/>
    </dgm:pt>
    <dgm:pt modelId="{48C8328F-FE3A-41E8-AC96-AB15DA539F56}" type="pres">
      <dgm:prSet presAssocID="{C8CCAEB0-4E7C-4C1C-ADBC-454C66C7B306}" presName="thinLine2b" presStyleLbl="callout" presStyleIdx="5" presStyleCnt="6"/>
      <dgm:spPr/>
    </dgm:pt>
    <dgm:pt modelId="{03B1004A-F09E-4F07-BC35-8CE7476030F4}" type="pres">
      <dgm:prSet presAssocID="{C8CCAEB0-4E7C-4C1C-ADBC-454C66C7B306}" presName="vertSpace2b" presStyleCnt="0"/>
      <dgm:spPr/>
    </dgm:pt>
  </dgm:ptLst>
  <dgm:cxnLst>
    <dgm:cxn modelId="{65FB8123-1B96-461C-9607-A56183B16E6E}" srcId="{14016B3A-1647-4D7E-8628-CB604DD12737}" destId="{3307FC2B-CDA6-499C-88D9-B8C0BD3B689A}" srcOrd="2" destOrd="0" parTransId="{78926DF9-E6CB-4E96-81B2-C020A09A8E0E}" sibTransId="{9CB3A5A8-BD23-41D8-8976-D57BACA1EBDE}"/>
    <dgm:cxn modelId="{9373D125-9E29-403E-B072-0E1C5D0E0A13}" type="presOf" srcId="{9314824A-289A-41FB-BA8F-2AE31744BF59}" destId="{8435A6B7-6028-43E4-8C81-F19AE49F20F4}" srcOrd="0" destOrd="0" presId="urn:microsoft.com/office/officeart/2008/layout/LinedList"/>
    <dgm:cxn modelId="{55059E5B-A89C-498A-BC62-41B771F46A31}" srcId="{BD6498EE-3707-4104-95AE-077A6455150E}" destId="{2B874C0C-BEAE-42AC-A209-5283E123DEF7}" srcOrd="1" destOrd="0" parTransId="{85FA115F-78CF-4FA2-8883-7786C139AD88}" sibTransId="{60E36F17-92E4-4E55-8C44-1D161CB5B2F8}"/>
    <dgm:cxn modelId="{D5AC9E68-3AEC-401A-9006-177CC0142DBE}" srcId="{14016B3A-1647-4D7E-8628-CB604DD12737}" destId="{9314824A-289A-41FB-BA8F-2AE31744BF59}" srcOrd="0" destOrd="0" parTransId="{D32AA2B3-79F5-47FC-8E1F-B51373F92177}" sibTransId="{340BF579-D762-44B9-82FF-0C3EC195783E}"/>
    <dgm:cxn modelId="{448C856A-B1ED-4EB2-9259-19689A086374}" type="presOf" srcId="{14016B3A-1647-4D7E-8628-CB604DD12737}" destId="{7C024FEE-8D54-404F-B57B-EA34D3F22088}" srcOrd="0" destOrd="0" presId="urn:microsoft.com/office/officeart/2008/layout/LinedList"/>
    <dgm:cxn modelId="{20545C73-C459-475D-B252-5C2FE3744526}" srcId="{4EFCA5A3-BE74-41F8-8E1B-ABBB02B9044F}" destId="{BD6498EE-3707-4104-95AE-077A6455150E}" srcOrd="1" destOrd="0" parTransId="{CBE6A13E-53F7-40CF-90B9-C4CF50D8BA01}" sibTransId="{7FC76F5B-E6A7-4457-83FF-D8024F64FB29}"/>
    <dgm:cxn modelId="{42AFBE53-837F-40E4-BB12-C2A639DEFA64}" srcId="{14016B3A-1647-4D7E-8628-CB604DD12737}" destId="{AFA06CF4-A665-49B9-A4BD-BF05C3D466B2}" srcOrd="1" destOrd="0" parTransId="{8A2ACF06-4A73-40FD-A41A-822CB699A18A}" sibTransId="{257F3E7E-C5FA-4F48-9A31-9313C52EE38A}"/>
    <dgm:cxn modelId="{8AE18C79-226A-497B-B365-C5B2F2299A80}" type="presOf" srcId="{C8CCAEB0-4E7C-4C1C-ADBC-454C66C7B306}" destId="{F0B6F8D2-662C-4A80-9B56-DB1232858DD7}" srcOrd="0" destOrd="0" presId="urn:microsoft.com/office/officeart/2008/layout/LinedList"/>
    <dgm:cxn modelId="{A3512A82-96E1-47B3-8B85-62964F06FBAC}" type="presOf" srcId="{BD6498EE-3707-4104-95AE-077A6455150E}" destId="{9C255BB6-48BE-4E3B-B7A6-08BADCD69A3E}" srcOrd="0" destOrd="0" presId="urn:microsoft.com/office/officeart/2008/layout/LinedList"/>
    <dgm:cxn modelId="{9657BD93-CDEF-4EFE-8428-1435000F208B}" type="presOf" srcId="{2B874C0C-BEAE-42AC-A209-5283E123DEF7}" destId="{83F83FA7-21D8-4BF7-9A0E-B3C63D38A139}" srcOrd="0" destOrd="0" presId="urn:microsoft.com/office/officeart/2008/layout/LinedList"/>
    <dgm:cxn modelId="{E513E6A0-05FC-4EF3-B609-C20B95C24416}" srcId="{BD6498EE-3707-4104-95AE-077A6455150E}" destId="{4341622E-5790-4E1D-B2F8-E4D0D408E6F8}" srcOrd="0" destOrd="0" parTransId="{6A8AADA4-BBCD-43D7-9E94-6792F19EDC55}" sibTransId="{9CB101DB-397F-4016-AF57-2CF9477BF54F}"/>
    <dgm:cxn modelId="{6E9D11A6-8B0E-4B68-A0CB-11CF26880537}" type="presOf" srcId="{3307FC2B-CDA6-499C-88D9-B8C0BD3B689A}" destId="{6EA293BA-CE0C-4891-BE51-C9773A37E621}" srcOrd="0" destOrd="0" presId="urn:microsoft.com/office/officeart/2008/layout/LinedList"/>
    <dgm:cxn modelId="{662317CE-6509-4280-AD35-C4CC53E27D8B}" srcId="{4EFCA5A3-BE74-41F8-8E1B-ABBB02B9044F}" destId="{14016B3A-1647-4D7E-8628-CB604DD12737}" srcOrd="0" destOrd="0" parTransId="{24ADCB5C-FAD6-44E4-866C-3CB505F2A31F}" sibTransId="{63348202-217A-49E7-B27C-B3F0518863AB}"/>
    <dgm:cxn modelId="{847249D3-862A-457C-8A42-D5B834FD7768}" type="presOf" srcId="{4341622E-5790-4E1D-B2F8-E4D0D408E6F8}" destId="{EF9D73C0-B3BF-4F19-8CA0-37D17D99E01F}" srcOrd="0" destOrd="0" presId="urn:microsoft.com/office/officeart/2008/layout/LinedList"/>
    <dgm:cxn modelId="{DDB4D8D7-F976-4D1D-A5E8-A54B94F865C8}" srcId="{BD6498EE-3707-4104-95AE-077A6455150E}" destId="{C8CCAEB0-4E7C-4C1C-ADBC-454C66C7B306}" srcOrd="2" destOrd="0" parTransId="{B195441A-7892-4C99-AD45-E46568FD690A}" sibTransId="{B853C4C4-6FD3-45B4-958A-ED581327F8E6}"/>
    <dgm:cxn modelId="{F45D2BD8-A69A-4F27-B6AC-0398C0624489}" type="presOf" srcId="{AFA06CF4-A665-49B9-A4BD-BF05C3D466B2}" destId="{54BF276A-7501-458C-BD4D-8F932F4A325C}" srcOrd="0" destOrd="0" presId="urn:microsoft.com/office/officeart/2008/layout/LinedList"/>
    <dgm:cxn modelId="{385732FB-0DBA-4E1B-9924-B818C321A7E4}" type="presOf" srcId="{4EFCA5A3-BE74-41F8-8E1B-ABBB02B9044F}" destId="{B758928C-580B-4E0C-8257-5F13B1D7DE84}" srcOrd="0" destOrd="0" presId="urn:microsoft.com/office/officeart/2008/layout/LinedList"/>
    <dgm:cxn modelId="{54447229-7545-4D73-B01C-347E5C5F9895}" type="presParOf" srcId="{B758928C-580B-4E0C-8257-5F13B1D7DE84}" destId="{07326D5B-5D70-4E52-B3BC-D9C1EF240F8C}" srcOrd="0" destOrd="0" presId="urn:microsoft.com/office/officeart/2008/layout/LinedList"/>
    <dgm:cxn modelId="{D251E510-3442-44BD-B4DA-614DB0C01588}" type="presParOf" srcId="{B758928C-580B-4E0C-8257-5F13B1D7DE84}" destId="{47ADFDD5-CCCA-4A47-8CE6-A50CC2A2B043}" srcOrd="1" destOrd="0" presId="urn:microsoft.com/office/officeart/2008/layout/LinedList"/>
    <dgm:cxn modelId="{B88E744A-BFA9-4669-AE13-AD3FCD19BDD1}" type="presParOf" srcId="{47ADFDD5-CCCA-4A47-8CE6-A50CC2A2B043}" destId="{7C024FEE-8D54-404F-B57B-EA34D3F22088}" srcOrd="0" destOrd="0" presId="urn:microsoft.com/office/officeart/2008/layout/LinedList"/>
    <dgm:cxn modelId="{0B7DE16C-2CC5-4856-AE76-C1FD278F3A31}" type="presParOf" srcId="{47ADFDD5-CCCA-4A47-8CE6-A50CC2A2B043}" destId="{57032775-2656-43B0-893D-902A5A940DA5}" srcOrd="1" destOrd="0" presId="urn:microsoft.com/office/officeart/2008/layout/LinedList"/>
    <dgm:cxn modelId="{97E0B8F7-18CF-4A04-87A8-4ADD3F58945B}" type="presParOf" srcId="{57032775-2656-43B0-893D-902A5A940DA5}" destId="{9DD769AF-1175-4BCE-AB79-B8734A629FCD}" srcOrd="0" destOrd="0" presId="urn:microsoft.com/office/officeart/2008/layout/LinedList"/>
    <dgm:cxn modelId="{10940920-BCF3-41E1-ABAB-87641BD566EF}" type="presParOf" srcId="{57032775-2656-43B0-893D-902A5A940DA5}" destId="{85094E67-453B-4C0C-8D88-F2662DC08604}" srcOrd="1" destOrd="0" presId="urn:microsoft.com/office/officeart/2008/layout/LinedList"/>
    <dgm:cxn modelId="{DC326751-AD17-4C21-ABEB-4C13E13D8444}" type="presParOf" srcId="{85094E67-453B-4C0C-8D88-F2662DC08604}" destId="{B49FC7F2-8B1F-4606-889F-411D1A40B493}" srcOrd="0" destOrd="0" presId="urn:microsoft.com/office/officeart/2008/layout/LinedList"/>
    <dgm:cxn modelId="{6DDA12B8-21CE-4318-B57F-2E08607354A6}" type="presParOf" srcId="{85094E67-453B-4C0C-8D88-F2662DC08604}" destId="{8435A6B7-6028-43E4-8C81-F19AE49F20F4}" srcOrd="1" destOrd="0" presId="urn:microsoft.com/office/officeart/2008/layout/LinedList"/>
    <dgm:cxn modelId="{FF1AC648-CFBB-41F5-971A-63FE10601F90}" type="presParOf" srcId="{85094E67-453B-4C0C-8D88-F2662DC08604}" destId="{B3CDAC37-E4D2-487F-B235-3432E6FEBF79}" srcOrd="2" destOrd="0" presId="urn:microsoft.com/office/officeart/2008/layout/LinedList"/>
    <dgm:cxn modelId="{7D71376A-4764-46B0-A48C-143A5AC752B1}" type="presParOf" srcId="{57032775-2656-43B0-893D-902A5A940DA5}" destId="{25CCA76E-7658-41BD-AC27-F13D9DA937B8}" srcOrd="2" destOrd="0" presId="urn:microsoft.com/office/officeart/2008/layout/LinedList"/>
    <dgm:cxn modelId="{0ED4DA24-EAAF-40D0-8A27-98DAC4F822D4}" type="presParOf" srcId="{57032775-2656-43B0-893D-902A5A940DA5}" destId="{7336D3FB-308A-4788-BD5D-B9E5E764313F}" srcOrd="3" destOrd="0" presId="urn:microsoft.com/office/officeart/2008/layout/LinedList"/>
    <dgm:cxn modelId="{54FE56A9-4D20-45D0-B98F-2F94C2739F4E}" type="presParOf" srcId="{57032775-2656-43B0-893D-902A5A940DA5}" destId="{7BC3F754-6198-4A53-8846-19D1DA87D9AD}" srcOrd="4" destOrd="0" presId="urn:microsoft.com/office/officeart/2008/layout/LinedList"/>
    <dgm:cxn modelId="{02CF3912-273F-489B-8C80-97AB558E7270}" type="presParOf" srcId="{7BC3F754-6198-4A53-8846-19D1DA87D9AD}" destId="{1CF56687-A1C4-475C-AC0D-EF358567331A}" srcOrd="0" destOrd="0" presId="urn:microsoft.com/office/officeart/2008/layout/LinedList"/>
    <dgm:cxn modelId="{75C92F34-8CF2-404F-9FF4-59B4AF2570FD}" type="presParOf" srcId="{7BC3F754-6198-4A53-8846-19D1DA87D9AD}" destId="{54BF276A-7501-458C-BD4D-8F932F4A325C}" srcOrd="1" destOrd="0" presId="urn:microsoft.com/office/officeart/2008/layout/LinedList"/>
    <dgm:cxn modelId="{C228D674-474E-434C-9714-2494A822C0C6}" type="presParOf" srcId="{7BC3F754-6198-4A53-8846-19D1DA87D9AD}" destId="{B339ED90-49F2-4D8B-94E6-7194B037DD7D}" srcOrd="2" destOrd="0" presId="urn:microsoft.com/office/officeart/2008/layout/LinedList"/>
    <dgm:cxn modelId="{C2D55330-D85C-4F2B-A819-016F707715EA}" type="presParOf" srcId="{57032775-2656-43B0-893D-902A5A940DA5}" destId="{9EAFB282-4250-4B01-9A8E-51A9F07EC4AA}" srcOrd="5" destOrd="0" presId="urn:microsoft.com/office/officeart/2008/layout/LinedList"/>
    <dgm:cxn modelId="{71B46F7F-2F1C-46F7-A9C4-0161D49F549A}" type="presParOf" srcId="{57032775-2656-43B0-893D-902A5A940DA5}" destId="{8BA3414C-D1BB-4522-8C08-C1C3EE0DC62B}" srcOrd="6" destOrd="0" presId="urn:microsoft.com/office/officeart/2008/layout/LinedList"/>
    <dgm:cxn modelId="{C1590069-8E68-477E-8546-36D91AF6783E}" type="presParOf" srcId="{57032775-2656-43B0-893D-902A5A940DA5}" destId="{47E546C3-8C5E-44DA-8381-007847B5F58B}" srcOrd="7" destOrd="0" presId="urn:microsoft.com/office/officeart/2008/layout/LinedList"/>
    <dgm:cxn modelId="{80CEBC27-F4A4-49D1-B6D6-BA1158FF3F46}" type="presParOf" srcId="{47E546C3-8C5E-44DA-8381-007847B5F58B}" destId="{AF81121F-948C-4913-BA21-9F1C66749D52}" srcOrd="0" destOrd="0" presId="urn:microsoft.com/office/officeart/2008/layout/LinedList"/>
    <dgm:cxn modelId="{3A687FFF-9FC4-418A-9942-EF5430D8A1BD}" type="presParOf" srcId="{47E546C3-8C5E-44DA-8381-007847B5F58B}" destId="{6EA293BA-CE0C-4891-BE51-C9773A37E621}" srcOrd="1" destOrd="0" presId="urn:microsoft.com/office/officeart/2008/layout/LinedList"/>
    <dgm:cxn modelId="{FD5E7971-3270-49B8-991D-7B78BD0FB2D3}" type="presParOf" srcId="{47E546C3-8C5E-44DA-8381-007847B5F58B}" destId="{96FBD698-BD0B-452A-920B-AD6768687301}" srcOrd="2" destOrd="0" presId="urn:microsoft.com/office/officeart/2008/layout/LinedList"/>
    <dgm:cxn modelId="{0AD50305-D39B-400F-9585-62F25F3CC525}" type="presParOf" srcId="{57032775-2656-43B0-893D-902A5A940DA5}" destId="{8BD720DF-6AA9-4A49-9461-6654F6B20249}" srcOrd="8" destOrd="0" presId="urn:microsoft.com/office/officeart/2008/layout/LinedList"/>
    <dgm:cxn modelId="{EA3A822B-4EF6-47D5-BC20-92510682940D}" type="presParOf" srcId="{57032775-2656-43B0-893D-902A5A940DA5}" destId="{1CBD769E-A3B8-417C-8DBB-028098CED5FD}" srcOrd="9" destOrd="0" presId="urn:microsoft.com/office/officeart/2008/layout/LinedList"/>
    <dgm:cxn modelId="{E0232F4F-DA30-4BB3-AAC8-E65196CE9FD0}" type="presParOf" srcId="{B758928C-580B-4E0C-8257-5F13B1D7DE84}" destId="{C30DF89F-7730-4E1B-A1F5-AAB858E6D96D}" srcOrd="2" destOrd="0" presId="urn:microsoft.com/office/officeart/2008/layout/LinedList"/>
    <dgm:cxn modelId="{8A53A312-1CF9-4046-A173-1B4AAE770809}" type="presParOf" srcId="{B758928C-580B-4E0C-8257-5F13B1D7DE84}" destId="{606D38CB-E270-4637-A2DE-9B64E9592DCF}" srcOrd="3" destOrd="0" presId="urn:microsoft.com/office/officeart/2008/layout/LinedList"/>
    <dgm:cxn modelId="{1BBA6436-9B47-4B21-941A-A750EC337ECC}" type="presParOf" srcId="{606D38CB-E270-4637-A2DE-9B64E9592DCF}" destId="{9C255BB6-48BE-4E3B-B7A6-08BADCD69A3E}" srcOrd="0" destOrd="0" presId="urn:microsoft.com/office/officeart/2008/layout/LinedList"/>
    <dgm:cxn modelId="{603E63E6-F4F5-458C-ACE1-A7F34B6A26DD}" type="presParOf" srcId="{606D38CB-E270-4637-A2DE-9B64E9592DCF}" destId="{A2A0320B-BF9D-46EC-A63D-A68F6E12E27F}" srcOrd="1" destOrd="0" presId="urn:microsoft.com/office/officeart/2008/layout/LinedList"/>
    <dgm:cxn modelId="{A0189FE8-BCF4-41A8-BA48-D9AB379A9B9C}" type="presParOf" srcId="{A2A0320B-BF9D-46EC-A63D-A68F6E12E27F}" destId="{3DEB6622-076F-4EC7-A33C-1A01475B599C}" srcOrd="0" destOrd="0" presId="urn:microsoft.com/office/officeart/2008/layout/LinedList"/>
    <dgm:cxn modelId="{4ABBE891-2A52-42DC-9DFC-5A3FA37FB2A2}" type="presParOf" srcId="{A2A0320B-BF9D-46EC-A63D-A68F6E12E27F}" destId="{09D53B2F-7CCC-442D-A81B-96D8BAE4B780}" srcOrd="1" destOrd="0" presId="urn:microsoft.com/office/officeart/2008/layout/LinedList"/>
    <dgm:cxn modelId="{3E853EA6-4157-40C9-9DCD-FE275E0EA35A}" type="presParOf" srcId="{09D53B2F-7CCC-442D-A81B-96D8BAE4B780}" destId="{41DCD2CC-3C56-4162-BB23-8F1A1B6E229B}" srcOrd="0" destOrd="0" presId="urn:microsoft.com/office/officeart/2008/layout/LinedList"/>
    <dgm:cxn modelId="{AF9ECE3D-FD10-4889-8B58-F23C270C5E42}" type="presParOf" srcId="{09D53B2F-7CCC-442D-A81B-96D8BAE4B780}" destId="{EF9D73C0-B3BF-4F19-8CA0-37D17D99E01F}" srcOrd="1" destOrd="0" presId="urn:microsoft.com/office/officeart/2008/layout/LinedList"/>
    <dgm:cxn modelId="{C35C0A00-FFD5-423B-BA2A-01F10E4EF6F0}" type="presParOf" srcId="{09D53B2F-7CCC-442D-A81B-96D8BAE4B780}" destId="{DB6D4400-906F-4238-8C92-EFC2F3DC53F0}" srcOrd="2" destOrd="0" presId="urn:microsoft.com/office/officeart/2008/layout/LinedList"/>
    <dgm:cxn modelId="{3FE1C34D-C85E-48DE-9ACB-52D2F705E4A1}" type="presParOf" srcId="{A2A0320B-BF9D-46EC-A63D-A68F6E12E27F}" destId="{88C58694-CBF1-4E00-80D3-8FDC143CE919}" srcOrd="2" destOrd="0" presId="urn:microsoft.com/office/officeart/2008/layout/LinedList"/>
    <dgm:cxn modelId="{5AF50A40-D949-499E-9197-66597EE54941}" type="presParOf" srcId="{A2A0320B-BF9D-46EC-A63D-A68F6E12E27F}" destId="{6FD38798-A769-464F-9E12-A11B12DAAD76}" srcOrd="3" destOrd="0" presId="urn:microsoft.com/office/officeart/2008/layout/LinedList"/>
    <dgm:cxn modelId="{D863F77B-E085-4E78-B2F6-EC92DF7F5EF1}" type="presParOf" srcId="{A2A0320B-BF9D-46EC-A63D-A68F6E12E27F}" destId="{BC382F61-2395-498C-8D34-F827A817C7A7}" srcOrd="4" destOrd="0" presId="urn:microsoft.com/office/officeart/2008/layout/LinedList"/>
    <dgm:cxn modelId="{F5B53F44-5AA0-4E4E-988D-E4B79B22000C}" type="presParOf" srcId="{BC382F61-2395-498C-8D34-F827A817C7A7}" destId="{C4687D1F-FE7D-43A4-83C7-75B1D00F1637}" srcOrd="0" destOrd="0" presId="urn:microsoft.com/office/officeart/2008/layout/LinedList"/>
    <dgm:cxn modelId="{ACAE38A8-7ACE-47A2-B3A7-E0EAFE914621}" type="presParOf" srcId="{BC382F61-2395-498C-8D34-F827A817C7A7}" destId="{83F83FA7-21D8-4BF7-9A0E-B3C63D38A139}" srcOrd="1" destOrd="0" presId="urn:microsoft.com/office/officeart/2008/layout/LinedList"/>
    <dgm:cxn modelId="{D016EEB4-FA9C-4F55-A665-ED2CD3D89B41}" type="presParOf" srcId="{BC382F61-2395-498C-8D34-F827A817C7A7}" destId="{362A7C7A-6347-4A68-9411-DA5B037F6F81}" srcOrd="2" destOrd="0" presId="urn:microsoft.com/office/officeart/2008/layout/LinedList"/>
    <dgm:cxn modelId="{E055B1A6-B542-4F5C-8E4A-517D14C84473}" type="presParOf" srcId="{A2A0320B-BF9D-46EC-A63D-A68F6E12E27F}" destId="{19153663-205C-4A54-ACA8-95B463A97428}" srcOrd="5" destOrd="0" presId="urn:microsoft.com/office/officeart/2008/layout/LinedList"/>
    <dgm:cxn modelId="{B3F33EC2-372B-47C6-A97D-C7C041BF5AF3}" type="presParOf" srcId="{A2A0320B-BF9D-46EC-A63D-A68F6E12E27F}" destId="{D5A0B3B2-EC74-4B53-BB7E-F8FE98C0FB80}" srcOrd="6" destOrd="0" presId="urn:microsoft.com/office/officeart/2008/layout/LinedList"/>
    <dgm:cxn modelId="{79D955ED-6733-431B-8B62-24082E994999}" type="presParOf" srcId="{A2A0320B-BF9D-46EC-A63D-A68F6E12E27F}" destId="{2A0B9308-938B-4013-ADAE-D509F8A5E01D}" srcOrd="7" destOrd="0" presId="urn:microsoft.com/office/officeart/2008/layout/LinedList"/>
    <dgm:cxn modelId="{4E4AA762-5C6F-4557-89A2-8F793460B6FD}" type="presParOf" srcId="{2A0B9308-938B-4013-ADAE-D509F8A5E01D}" destId="{76A7DB06-3813-4DAD-8486-8E9FE0ECE0D1}" srcOrd="0" destOrd="0" presId="urn:microsoft.com/office/officeart/2008/layout/LinedList"/>
    <dgm:cxn modelId="{097C2321-0D7F-4EDF-8314-F699331F96BD}" type="presParOf" srcId="{2A0B9308-938B-4013-ADAE-D509F8A5E01D}" destId="{F0B6F8D2-662C-4A80-9B56-DB1232858DD7}" srcOrd="1" destOrd="0" presId="urn:microsoft.com/office/officeart/2008/layout/LinedList"/>
    <dgm:cxn modelId="{ACA9C318-4B63-410E-B696-540599C85202}" type="presParOf" srcId="{2A0B9308-938B-4013-ADAE-D509F8A5E01D}" destId="{F44B9A4B-416A-47FA-8DE2-26ED339DAF70}" srcOrd="2" destOrd="0" presId="urn:microsoft.com/office/officeart/2008/layout/LinedList"/>
    <dgm:cxn modelId="{CA1C49A1-1E5D-4109-8FAD-B1F316FAD9A0}" type="presParOf" srcId="{A2A0320B-BF9D-46EC-A63D-A68F6E12E27F}" destId="{48C8328F-FE3A-41E8-AC96-AB15DA539F56}" srcOrd="8" destOrd="0" presId="urn:microsoft.com/office/officeart/2008/layout/LinedList"/>
    <dgm:cxn modelId="{41D031C6-EDD5-49BD-865B-6D7B411575E8}" type="presParOf" srcId="{A2A0320B-BF9D-46EC-A63D-A68F6E12E27F}" destId="{03B1004A-F09E-4F07-BC35-8CE7476030F4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326D5B-5D70-4E52-B3BC-D9C1EF240F8C}">
      <dsp:nvSpPr>
        <dsp:cNvPr id="0" name=""/>
        <dsp:cNvSpPr/>
      </dsp:nvSpPr>
      <dsp:spPr>
        <a:xfrm>
          <a:off x="0" y="0"/>
          <a:ext cx="74340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024FEE-8D54-404F-B57B-EA34D3F22088}">
      <dsp:nvSpPr>
        <dsp:cNvPr id="0" name=""/>
        <dsp:cNvSpPr/>
      </dsp:nvSpPr>
      <dsp:spPr>
        <a:xfrm>
          <a:off x="0" y="0"/>
          <a:ext cx="1401147" cy="2762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WHAT HAS HAPPENED? 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en-US" sz="16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Include data where applicable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 </a:t>
          </a:r>
        </a:p>
      </dsp:txBody>
      <dsp:txXfrm>
        <a:off x="0" y="0"/>
        <a:ext cx="1401147" cy="2762294"/>
      </dsp:txXfrm>
    </dsp:sp>
    <dsp:sp modelId="{8435A6B7-6028-43E4-8C81-F19AE49F20F4}">
      <dsp:nvSpPr>
        <dsp:cNvPr id="0" name=""/>
        <dsp:cNvSpPr/>
      </dsp:nvSpPr>
      <dsp:spPr>
        <a:xfrm>
          <a:off x="1506233" y="49095"/>
          <a:ext cx="5923733" cy="601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AT&amp;T Representative approached us with interest in erecting a 110’ cell tower on the northern part of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Boulan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Park Middle School Property.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06233" y="49095"/>
        <a:ext cx="5923733" cy="601291"/>
      </dsp:txXfrm>
    </dsp:sp>
    <dsp:sp modelId="{25CCA76E-7658-41BD-AC27-F13D9DA937B8}">
      <dsp:nvSpPr>
        <dsp:cNvPr id="0" name=""/>
        <dsp:cNvSpPr/>
      </dsp:nvSpPr>
      <dsp:spPr>
        <a:xfrm>
          <a:off x="1401147" y="650387"/>
          <a:ext cx="56045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F276A-7501-458C-BD4D-8F932F4A325C}">
      <dsp:nvSpPr>
        <dsp:cNvPr id="0" name=""/>
        <dsp:cNvSpPr/>
      </dsp:nvSpPr>
      <dsp:spPr>
        <a:xfrm>
          <a:off x="1513437" y="704019"/>
          <a:ext cx="5499502" cy="981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Rick West and Rob Carson walked the property with the representative to determine the precise recommended location and understand more details.  AT&amp;T has provided draft rendering (see next slide). </a:t>
          </a:r>
        </a:p>
      </dsp:txBody>
      <dsp:txXfrm>
        <a:off x="1513437" y="704019"/>
        <a:ext cx="5499502" cy="981909"/>
      </dsp:txXfrm>
    </dsp:sp>
    <dsp:sp modelId="{9EAFB282-4250-4B01-9A8E-51A9F07EC4AA}">
      <dsp:nvSpPr>
        <dsp:cNvPr id="0" name=""/>
        <dsp:cNvSpPr/>
      </dsp:nvSpPr>
      <dsp:spPr>
        <a:xfrm>
          <a:off x="1408376" y="1767327"/>
          <a:ext cx="56045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A293BA-CE0C-4891-BE51-C9773A37E621}">
      <dsp:nvSpPr>
        <dsp:cNvPr id="0" name=""/>
        <dsp:cNvSpPr/>
      </dsp:nvSpPr>
      <dsp:spPr>
        <a:xfrm>
          <a:off x="1513437" y="1503754"/>
          <a:ext cx="5499502" cy="981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Rick West has had preliminary discussion with our attorney, Jeremy Motz, on next steps of negotiating a lease agreement.</a:t>
          </a:r>
        </a:p>
      </dsp:txBody>
      <dsp:txXfrm>
        <a:off x="1513437" y="1503754"/>
        <a:ext cx="5499502" cy="981909"/>
      </dsp:txXfrm>
    </dsp:sp>
    <dsp:sp modelId="{8BD720DF-6AA9-4A49-9461-6654F6B20249}">
      <dsp:nvSpPr>
        <dsp:cNvPr id="0" name=""/>
        <dsp:cNvSpPr/>
      </dsp:nvSpPr>
      <dsp:spPr>
        <a:xfrm>
          <a:off x="1401147" y="2712396"/>
          <a:ext cx="56045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0DF89F-7730-4E1B-A1F5-AAB858E6D96D}">
      <dsp:nvSpPr>
        <dsp:cNvPr id="0" name=""/>
        <dsp:cNvSpPr/>
      </dsp:nvSpPr>
      <dsp:spPr>
        <a:xfrm>
          <a:off x="0" y="2762294"/>
          <a:ext cx="74340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55BB6-48BE-4E3B-B7A6-08BADCD69A3E}">
      <dsp:nvSpPr>
        <dsp:cNvPr id="0" name=""/>
        <dsp:cNvSpPr/>
      </dsp:nvSpPr>
      <dsp:spPr>
        <a:xfrm>
          <a:off x="0" y="2762294"/>
          <a:ext cx="1486813" cy="2762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WHAT IS UPCOMING?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762294"/>
        <a:ext cx="1486813" cy="2762294"/>
      </dsp:txXfrm>
    </dsp:sp>
    <dsp:sp modelId="{EF9D73C0-B3BF-4F19-8CA0-37D17D99E01F}">
      <dsp:nvSpPr>
        <dsp:cNvPr id="0" name=""/>
        <dsp:cNvSpPr/>
      </dsp:nvSpPr>
      <dsp:spPr>
        <a:xfrm>
          <a:off x="1598323" y="2805455"/>
          <a:ext cx="5835741" cy="863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June 1, 2021 Board Workshop Discussion to gauge Board of Education interest in pursuing a lease agreement with AT&amp;T for the purpose of erecting a cell tower.</a:t>
          </a:r>
        </a:p>
      </dsp:txBody>
      <dsp:txXfrm>
        <a:off x="1598323" y="2805455"/>
        <a:ext cx="5835741" cy="863217"/>
      </dsp:txXfrm>
    </dsp:sp>
    <dsp:sp modelId="{88C58694-CBF1-4E00-80D3-8FDC143CE919}">
      <dsp:nvSpPr>
        <dsp:cNvPr id="0" name=""/>
        <dsp:cNvSpPr/>
      </dsp:nvSpPr>
      <dsp:spPr>
        <a:xfrm>
          <a:off x="1486813" y="3668672"/>
          <a:ext cx="59472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F83FA7-21D8-4BF7-9A0E-B3C63D38A139}">
      <dsp:nvSpPr>
        <dsp:cNvPr id="0" name=""/>
        <dsp:cNvSpPr/>
      </dsp:nvSpPr>
      <dsp:spPr>
        <a:xfrm>
          <a:off x="1598323" y="3711833"/>
          <a:ext cx="5835741" cy="863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If Board is interested in pursuing an agreement, Rick West will negotiate terms with AT&amp;T representative and Jeremy Motz.</a:t>
          </a:r>
        </a:p>
      </dsp:txBody>
      <dsp:txXfrm>
        <a:off x="1598323" y="3711833"/>
        <a:ext cx="5835741" cy="863217"/>
      </dsp:txXfrm>
    </dsp:sp>
    <dsp:sp modelId="{19153663-205C-4A54-ACA8-95B463A97428}">
      <dsp:nvSpPr>
        <dsp:cNvPr id="0" name=""/>
        <dsp:cNvSpPr/>
      </dsp:nvSpPr>
      <dsp:spPr>
        <a:xfrm>
          <a:off x="1486813" y="4575050"/>
          <a:ext cx="59472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B6F8D2-662C-4A80-9B56-DB1232858DD7}">
      <dsp:nvSpPr>
        <dsp:cNvPr id="0" name=""/>
        <dsp:cNvSpPr/>
      </dsp:nvSpPr>
      <dsp:spPr>
        <a:xfrm>
          <a:off x="1598323" y="4618211"/>
          <a:ext cx="5835741" cy="863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Board Resolution authorizing Lease Agreement with AT&amp;T.</a:t>
          </a:r>
        </a:p>
      </dsp:txBody>
      <dsp:txXfrm>
        <a:off x="1598323" y="4618211"/>
        <a:ext cx="5835741" cy="863217"/>
      </dsp:txXfrm>
    </dsp:sp>
    <dsp:sp modelId="{48C8328F-FE3A-41E8-AC96-AB15DA539F56}">
      <dsp:nvSpPr>
        <dsp:cNvPr id="0" name=""/>
        <dsp:cNvSpPr/>
      </dsp:nvSpPr>
      <dsp:spPr>
        <a:xfrm>
          <a:off x="1486813" y="5481428"/>
          <a:ext cx="59472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FB15086-06BC-4F78-B508-4E1F94CCB86B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7D4AFE6-52F8-436F-9DAC-607E2BE5A9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631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CA6A-8E2B-436F-9EF7-6F61E573D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EBFB3-D795-4E0D-8BB1-8EC59CAD4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7293B-DB6E-47A6-AA08-6C8C896C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A3-F788-4B0F-AF64-887361A6D970}" type="datetimeFigureOut">
              <a:rPr lang="en-US" smtClean="0"/>
              <a:t>5/13/2021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1F60-6CA4-430A-929F-7849C6014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414F3-645F-4084-AA3E-3852C12A8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0A5D-4E2B-41AE-A423-6EF2B2075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44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D77F0-FA07-447C-919F-B13711093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DE579-50B3-4313-8908-B6AC65D43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BCEC7-BC39-4747-9903-F85824A1E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A3-F788-4B0F-AF64-887361A6D970}" type="datetimeFigureOut">
              <a:rPr lang="en-US" smtClean="0"/>
              <a:t>5/13/2021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087CF-00A1-4F98-BCDC-1AB000796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DB066-E354-42DB-83AE-F3281781F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0A5D-4E2B-41AE-A423-6EF2B2075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05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1147D-105C-4F8B-8D6E-B44B58AF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52286-7C29-4393-A555-610CDF237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E730-693A-496F-B48A-FD2472B2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A3-F788-4B0F-AF64-887361A6D970}" type="datetimeFigureOut">
              <a:rPr lang="en-US" smtClean="0"/>
              <a:t>5/13/2021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BE659-0A75-4DFF-B409-E9451C86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5B80B-87DB-41A7-90CD-D48A6E80E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0A5D-4E2B-41AE-A423-6EF2B2075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31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94D65-5132-4685-9C9E-7F9318A12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D6225-A9CB-4A0F-AF8F-4E4C89C69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822F4-6F81-4B25-9951-85EB56B22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F958F-F1E8-42EB-8048-F2BA98BE4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A3-F788-4B0F-AF64-887361A6D970}" type="datetimeFigureOut">
              <a:rPr lang="en-US" smtClean="0"/>
              <a:t>5/13/2021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32CD7-6302-4BBD-8C81-2C758B0E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847A6-8CE0-479E-B227-912507B2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0A5D-4E2B-41AE-A423-6EF2B2075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52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C58A4-D49B-48E2-BF05-5522A579C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B4B20-19F0-41B0-9686-7EF51DAE3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B1FB1-0F00-4B8C-B39D-71D61F11C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C948B6-B603-4313-9CB3-2970AD6FB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74D1FE-4D61-461A-9C86-05319AF71A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4A544F-CFD4-4969-9774-1B3533E83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A3-F788-4B0F-AF64-887361A6D970}" type="datetimeFigureOut">
              <a:rPr lang="en-US" smtClean="0"/>
              <a:t>5/13/2021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4F674-F7CC-4907-B4A3-DDC0AE4B5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2F8A74-B811-4954-B4C4-7E40245F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0A5D-4E2B-41AE-A423-6EF2B2075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76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0984-D3F7-4A2F-B448-5E9763A42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7C8DA-B572-4087-A4C1-FB4C009F4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A3-F788-4B0F-AF64-887361A6D970}" type="datetimeFigureOut">
              <a:rPr lang="en-US" smtClean="0"/>
              <a:t>5/13/2021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3E37B-3DC9-49C1-9FCD-A6451983D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E45C5-07BB-4884-8C64-C095E27E3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0A5D-4E2B-41AE-A423-6EF2B2075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0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8BA55A-60F2-4FDD-879C-AE5A72E5B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A3-F788-4B0F-AF64-887361A6D970}" type="datetimeFigureOut">
              <a:rPr lang="en-US" smtClean="0"/>
              <a:t>5/13/2021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73BDF9-0457-47F4-A0A2-7F3DC5D3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06234-C17D-422B-832F-EE9BC5B05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0A5D-4E2B-41AE-A423-6EF2B2075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79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252EF-7F11-4C2A-8E4F-C65731842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DA851-B9B8-450C-841A-8ECE021D1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CEF69-FE7A-4E28-A95A-F210F55AA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945A9-7B75-40C4-B55D-37620AD4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A3-F788-4B0F-AF64-887361A6D970}" type="datetimeFigureOut">
              <a:rPr lang="en-US" smtClean="0"/>
              <a:t>5/13/2021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240C7-5F38-40ED-966A-1F0F9E80E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3C728-1D28-4D13-8805-B1A03E1A0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0A5D-4E2B-41AE-A423-6EF2B2075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40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CE6E5-761B-4202-82C4-70FEA292D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DF4FE0-EBFD-4262-8BEA-8F5A1FEA3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9ACA2-2371-46B0-8339-71685CC32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72849-849E-41BA-8B97-AEDFA0714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A3-F788-4B0F-AF64-887361A6D970}" type="datetimeFigureOut">
              <a:rPr lang="en-US" smtClean="0"/>
              <a:t>5/13/2021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8AB9D-5FA5-4A78-A8B3-BAE2DCC59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D474A-0EAE-4807-8D15-9B53F727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0A5D-4E2B-41AE-A423-6EF2B2075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32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93191-D134-4EDE-A635-311FDEF17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CD0844-25BB-46A8-9D8E-B44301295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6CCCD-8EAC-4E89-8FCC-81C814E90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A3-F788-4B0F-AF64-887361A6D970}" type="datetimeFigureOut">
              <a:rPr lang="en-US" smtClean="0"/>
              <a:t>5/13/2021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DE232-F5D7-429C-9C30-F1D39841C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3AEEA-2F08-4E17-8E43-D36016F52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0A5D-4E2B-41AE-A423-6EF2B2075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15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C6F308-6D1C-4116-8095-9905B3399D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CDC28-1BFD-4D9B-BF33-66790ABB6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19EAD-BCCF-462E-8CD0-E5A0191A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D6A3-F788-4B0F-AF64-887361A6D970}" type="datetimeFigureOut">
              <a:rPr lang="en-US" smtClean="0"/>
              <a:t>5/13/2021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4236A-DC82-467E-AE2E-6E70CAF98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D3C36-D6A0-47DF-9EA3-F17FF406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F0A5D-4E2B-41AE-A423-6EF2B2075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41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5590AC-5016-4967-8D15-B0B84451B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AA4FF-0D42-497E-80EE-8BCE5529D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8A656-1E64-4E05-B695-1845D1F418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CD6A3-F788-4B0F-AF64-887361A6D970}" type="datetimeFigureOut">
              <a:rPr lang="en-US" smtClean="0"/>
              <a:t>5/13/2021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4143F-2F20-4910-BB93-88458C994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C71C9-A45C-4919-A713-E8D67B470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F0A5D-4E2B-41AE-A423-6EF2B2075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67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close-up of a dial&#10;&#10;Description automatically generated with low confidence">
            <a:extLst>
              <a:ext uri="{FF2B5EF4-FFF2-40B4-BE49-F238E27FC236}">
                <a16:creationId xmlns:a16="http://schemas.microsoft.com/office/drawing/2014/main" id="{AFB2B226-A61A-4838-933E-88A3A37CF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21" y="269825"/>
            <a:ext cx="2696551" cy="2696551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C2AC18-9D60-4022-AE55-B9D6549C9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3523" y="3112669"/>
            <a:ext cx="4164376" cy="3151772"/>
          </a:xfrm>
        </p:spPr>
        <p:txBody>
          <a:bodyPr/>
          <a:lstStyle/>
          <a:p>
            <a:r>
              <a:rPr lang="en-US" sz="2000" b="1" dirty="0"/>
              <a:t>Topic: </a:t>
            </a:r>
            <a:r>
              <a:rPr lang="en-US" sz="2000" i="1" dirty="0"/>
              <a:t>ATT Cell Tower Lease</a:t>
            </a:r>
          </a:p>
          <a:p>
            <a:endParaRPr lang="en-US" sz="2000" b="1" dirty="0"/>
          </a:p>
          <a:p>
            <a:r>
              <a:rPr lang="en-US" sz="2000" b="1" dirty="0"/>
              <a:t>Date: </a:t>
            </a:r>
            <a:r>
              <a:rPr lang="en-US" sz="2000" i="1" dirty="0"/>
              <a:t>TBD</a:t>
            </a:r>
          </a:p>
          <a:p>
            <a:endParaRPr lang="en-US" sz="2000" b="1" dirty="0"/>
          </a:p>
          <a:p>
            <a:r>
              <a:rPr lang="en-US" sz="2000" b="1" dirty="0"/>
              <a:t>Name(s): </a:t>
            </a:r>
            <a:r>
              <a:rPr lang="en-US" sz="2000" i="1" dirty="0"/>
              <a:t>Rick West</a:t>
            </a:r>
          </a:p>
          <a:p>
            <a:endParaRPr lang="en-US" dirty="0"/>
          </a:p>
        </p:txBody>
      </p:sp>
      <p:graphicFrame>
        <p:nvGraphicFramePr>
          <p:cNvPr id="13" name="TextBox 4">
            <a:extLst>
              <a:ext uri="{FF2B5EF4-FFF2-40B4-BE49-F238E27FC236}">
                <a16:creationId xmlns:a16="http://schemas.microsoft.com/office/drawing/2014/main" id="{9191F305-1D11-4D66-982F-6084255FB7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0240155"/>
              </p:ext>
            </p:extLst>
          </p:nvPr>
        </p:nvGraphicFramePr>
        <p:xfrm>
          <a:off x="4517303" y="593559"/>
          <a:ext cx="7434065" cy="5524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22D8B9-5446-49B7-802A-2716E4B6D407}"/>
              </a:ext>
            </a:extLst>
          </p:cNvPr>
          <p:cNvCxnSpPr>
            <a:cxnSpLocks/>
          </p:cNvCxnSpPr>
          <p:nvPr/>
        </p:nvCxnSpPr>
        <p:spPr>
          <a:xfrm>
            <a:off x="115910" y="167425"/>
            <a:ext cx="0" cy="6568226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E26578-4227-409A-985E-7FA33B910C42}"/>
              </a:ext>
            </a:extLst>
          </p:cNvPr>
          <p:cNvCxnSpPr>
            <a:cxnSpLocks/>
          </p:cNvCxnSpPr>
          <p:nvPr/>
        </p:nvCxnSpPr>
        <p:spPr>
          <a:xfrm>
            <a:off x="12052479" y="144887"/>
            <a:ext cx="0" cy="6568226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81372B-9A26-4EDD-89A8-32B7BBE2B3D1}"/>
              </a:ext>
            </a:extLst>
          </p:cNvPr>
          <p:cNvCxnSpPr>
            <a:cxnSpLocks/>
          </p:cNvCxnSpPr>
          <p:nvPr/>
        </p:nvCxnSpPr>
        <p:spPr>
          <a:xfrm flipH="1">
            <a:off x="115912" y="6713113"/>
            <a:ext cx="11936567" cy="22538"/>
          </a:xfrm>
          <a:prstGeom prst="line">
            <a:avLst/>
          </a:prstGeom>
          <a:ln w="25400"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706E0E9-81D3-4DE2-96A7-3B354497E378}"/>
              </a:ext>
            </a:extLst>
          </p:cNvPr>
          <p:cNvCxnSpPr>
            <a:cxnSpLocks/>
          </p:cNvCxnSpPr>
          <p:nvPr/>
        </p:nvCxnSpPr>
        <p:spPr>
          <a:xfrm flipH="1">
            <a:off x="127716" y="133618"/>
            <a:ext cx="11936567" cy="22538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195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C11E4D-ADB4-47B8-A13C-C99E6AAB76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229" r="1" b="1"/>
          <a:stretch/>
        </p:blipFill>
        <p:spPr>
          <a:xfrm>
            <a:off x="196850" y="168749"/>
            <a:ext cx="11798300" cy="651276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A32FD0A-1477-4B71-87FA-E3DEC7D112AC}"/>
              </a:ext>
            </a:extLst>
          </p:cNvPr>
          <p:cNvSpPr/>
          <p:nvPr/>
        </p:nvSpPr>
        <p:spPr>
          <a:xfrm>
            <a:off x="5933440" y="894080"/>
            <a:ext cx="538480" cy="426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A5A615-B32F-4FB5-BCCD-2FA4E42CE2AC}"/>
              </a:ext>
            </a:extLst>
          </p:cNvPr>
          <p:cNvSpPr txBox="1"/>
          <p:nvPr/>
        </p:nvSpPr>
        <p:spPr>
          <a:xfrm>
            <a:off x="5180416" y="1748974"/>
            <a:ext cx="2267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Approximate Placement of 110’ Cell Tower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873D63FC-6D71-46B5-81C6-C8066B44BE4A}"/>
              </a:ext>
            </a:extLst>
          </p:cNvPr>
          <p:cNvSpPr/>
          <p:nvPr/>
        </p:nvSpPr>
        <p:spPr>
          <a:xfrm rot="10800000">
            <a:off x="6107985" y="1359126"/>
            <a:ext cx="189390" cy="42672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57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D142C3-AE32-46A8-99D3-3F7C36785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4" y="68365"/>
            <a:ext cx="11912838" cy="670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834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11045E-A626-481A-8DC0-D122BDAE7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2732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2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0B8EF33-82AA-4779-AFAA-C56669D00D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B414F3-C833-4395-8C69-0E806C518171}">
  <ds:schemaRefs>
    <ds:schemaRef ds:uri="16c05727-aa75-4e4a-9b5f-8a80a1165891"/>
    <ds:schemaRef ds:uri="http://purl.org/dc/elements/1.1/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5FDEB4C-941C-4EBE-9462-062D8A0ADE9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 design</Template>
  <TotalTime>472</TotalTime>
  <Words>182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Holmes, Judy</dc:creator>
  <cp:lastModifiedBy>West, Rick</cp:lastModifiedBy>
  <cp:revision>11</cp:revision>
  <cp:lastPrinted>2021-04-23T18:58:49Z</cp:lastPrinted>
  <dcterms:created xsi:type="dcterms:W3CDTF">2021-04-23T13:52:42Z</dcterms:created>
  <dcterms:modified xsi:type="dcterms:W3CDTF">2021-05-13T15:18:17Z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